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33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2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81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7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84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52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4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006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08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6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140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173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62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582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221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505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22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76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Skin Cancer Insights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Data-Driven Analysis of Lesion and Patient Attributes</a:t>
            </a:r>
          </a:p>
          <a:p>
            <a:r>
              <a:rPr dirty="0"/>
              <a:t>Prepared </a:t>
            </a:r>
            <a:r>
              <a:rPr lang="en-US" dirty="0"/>
              <a:t>by: Insight Nation</a:t>
            </a:r>
            <a:endParaRPr dirty="0"/>
          </a:p>
          <a:p>
            <a:r>
              <a:rPr dirty="0"/>
              <a:t>Date: 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3C887-9C9A-C4DD-BF02-CA72324A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Team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154D5-C483-655C-CDBB-CA0F50C7B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Temitope Oluwatosin Egbaiyelo</a:t>
            </a:r>
          </a:p>
          <a:p>
            <a:r>
              <a:rPr lang="en-US" dirty="0"/>
              <a:t>Josephine </a:t>
            </a:r>
            <a:r>
              <a:rPr lang="en-US" dirty="0" err="1"/>
              <a:t>Ijoni</a:t>
            </a:r>
            <a:endParaRPr lang="en-US" dirty="0"/>
          </a:p>
          <a:p>
            <a:r>
              <a:rPr lang="en-US" dirty="0"/>
              <a:t>Enoch </a:t>
            </a:r>
            <a:r>
              <a:rPr lang="en-US" dirty="0" err="1"/>
              <a:t>Narteh</a:t>
            </a:r>
            <a:r>
              <a:rPr lang="en-US" dirty="0"/>
              <a:t>-Kofi</a:t>
            </a:r>
          </a:p>
          <a:p>
            <a:r>
              <a:rPr lang="en-US" dirty="0"/>
              <a:t>Olusegun </a:t>
            </a:r>
            <a:r>
              <a:rPr lang="en-US" dirty="0" err="1"/>
              <a:t>Kappo</a:t>
            </a:r>
            <a:endParaRPr lang="en-US" dirty="0"/>
          </a:p>
          <a:p>
            <a:r>
              <a:rPr lang="en-US" dirty="0"/>
              <a:t>Oluwabukola </a:t>
            </a:r>
            <a:r>
              <a:rPr lang="en-US" dirty="0" err="1"/>
              <a:t>Adeyelu</a:t>
            </a:r>
            <a:endParaRPr lang="en-US" dirty="0"/>
          </a:p>
          <a:p>
            <a:r>
              <a:rPr lang="en-US" dirty="0"/>
              <a:t>Tolulope </a:t>
            </a:r>
            <a:r>
              <a:rPr lang="en-US" dirty="0" err="1"/>
              <a:t>Olowomofe</a:t>
            </a:r>
            <a:endParaRPr lang="en-US" dirty="0"/>
          </a:p>
          <a:p>
            <a:r>
              <a:rPr lang="en-US" dirty="0"/>
              <a:t>Oluyemi Julius Ogundele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179683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Skin cancer detection is often delayed due to:</a:t>
            </a:r>
          </a:p>
          <a:p>
            <a:r>
              <a:rPr dirty="0"/>
              <a:t>• Misdiagnosis</a:t>
            </a:r>
          </a:p>
          <a:p>
            <a:r>
              <a:rPr dirty="0"/>
              <a:t>• Limited access to dermatologists</a:t>
            </a:r>
          </a:p>
          <a:p>
            <a:r>
              <a:rPr dirty="0"/>
              <a:t>• Poor understanding of environmental risk factors</a:t>
            </a:r>
          </a:p>
          <a:p>
            <a:endParaRPr dirty="0"/>
          </a:p>
          <a:p>
            <a:r>
              <a:rPr dirty="0"/>
              <a:t>This project explores 1,08</a:t>
            </a:r>
            <a:r>
              <a:rPr lang="en-US" dirty="0"/>
              <a:t>8</a:t>
            </a:r>
            <a:r>
              <a:rPr dirty="0"/>
              <a:t> lesion cases to identify key patterns linking demographics, exposure, and lesion traits to skin cancer types.</a:t>
            </a:r>
          </a:p>
          <a:p>
            <a:endParaRPr dirty="0"/>
          </a:p>
          <a:p>
            <a:r>
              <a:rPr dirty="0"/>
              <a:t>Goal: Improve early detection and support ML-based diagnosis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This dashboard visualizes SQL-extracted insights including:</a:t>
            </a:r>
          </a:p>
          <a:p>
            <a:r>
              <a:t>• Skin cancer rates by gender, smoking, and drinking habits</a:t>
            </a:r>
          </a:p>
          <a:p>
            <a:r>
              <a:t>• Malignancy trends by lesion region and size</a:t>
            </a:r>
          </a:p>
          <a:p>
            <a:r>
              <a:t>• Cancer case distribution by lesion type and age group</a:t>
            </a:r>
          </a:p>
          <a:p>
            <a:r>
              <a:t>These insights guide strategic decisions on screening, prevention, and modeling.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vs. Skin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Males represent 49% of skin cancer cases, slightly higher than females (51%).</a:t>
            </a:r>
          </a:p>
          <a:p>
            <a:r>
              <a:t>• Indicates near-equal distribution; gender alone is not a strong differentiator.</a:t>
            </a:r>
          </a:p>
          <a:p>
            <a:r>
              <a:t>• Suggests universal screening efforts should not exclude either gender.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Lesion Region vs. Malignancy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Highest malignancy rates found in lesions located on lips, nose, and neck.</a:t>
            </a:r>
          </a:p>
          <a:p>
            <a:r>
              <a:t>• Suggests regions with high sun exposure are at greater risk.</a:t>
            </a:r>
          </a:p>
          <a:p>
            <a:r>
              <a:t>• Recommendation: Prioritize UV-protected awareness and early screening for facial lesions.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Smoking and Drinking vs. Cancer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Smokers and drinkers exhibit significantly higher cancer rates.</a:t>
            </a:r>
          </a:p>
          <a:p>
            <a:r>
              <a:rPr dirty="0"/>
              <a:t>• Smoking: </a:t>
            </a:r>
            <a:r>
              <a:rPr lang="en-US" dirty="0"/>
              <a:t>Over 53%</a:t>
            </a:r>
            <a:r>
              <a:rPr dirty="0"/>
              <a:t> malignant cases in smokers vs. </a:t>
            </a:r>
            <a:r>
              <a:rPr lang="en-US" dirty="0"/>
              <a:t>23% in </a:t>
            </a:r>
            <a:r>
              <a:rPr dirty="0"/>
              <a:t>non-smokers.</a:t>
            </a:r>
          </a:p>
          <a:p>
            <a:r>
              <a:rPr dirty="0"/>
              <a:t>• Drinking: Similarly elevated cancer rates.</a:t>
            </a:r>
          </a:p>
          <a:p>
            <a:r>
              <a:rPr dirty="0"/>
              <a:t>• Recommendation: Integrate lifestyle history into diagnostic decision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Lesion Type vs. Skin Cancer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BCC (Basal Cell Carcinoma) and ACK (Actinic Keratosis) are the most common types.</a:t>
            </a:r>
          </a:p>
          <a:p>
            <a:r>
              <a:t>• MEL (Melanoma), though less frequent, is more dangerous and requires attention.</a:t>
            </a:r>
          </a:p>
          <a:p>
            <a:r>
              <a:t>• Use lesion type to triage cases and guide biopsy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Age Group Most Affected by Skin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Majority of cases occur in patients aged 50–79.</a:t>
            </a:r>
          </a:p>
          <a:p>
            <a:r>
              <a:t>• Sharp drop in cases under age 40.</a:t>
            </a:r>
          </a:p>
          <a:p>
            <a:r>
              <a:t>• Recommendation: Focus preventive screenings on middle-aged and older adults.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Lesion Size vs. Malignancy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• Malignancy rates are </a:t>
            </a:r>
            <a:r>
              <a:rPr lang="en-US" dirty="0"/>
              <a:t>directly proportional to</a:t>
            </a:r>
            <a:r>
              <a:rPr dirty="0"/>
              <a:t> lesion sizes:</a:t>
            </a:r>
          </a:p>
          <a:p>
            <a:r>
              <a:rPr dirty="0"/>
              <a:t>  - Small (&lt;5mm): </a:t>
            </a:r>
            <a:r>
              <a:rPr lang="en-US" dirty="0"/>
              <a:t>8</a:t>
            </a:r>
            <a:r>
              <a:rPr dirty="0"/>
              <a:t>%</a:t>
            </a:r>
          </a:p>
          <a:p>
            <a:r>
              <a:rPr dirty="0"/>
              <a:t>  - Medium (5–9mm): 37%</a:t>
            </a:r>
          </a:p>
          <a:p>
            <a:r>
              <a:rPr dirty="0"/>
              <a:t>  - Large (10mm+): </a:t>
            </a:r>
            <a:r>
              <a:rPr lang="en-US" dirty="0"/>
              <a:t>5</a:t>
            </a:r>
            <a:r>
              <a:rPr dirty="0"/>
              <a:t>5%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With large lesions accounting for more malignancy rate.</a:t>
            </a:r>
            <a:endParaRPr dirty="0"/>
          </a:p>
          <a:p>
            <a:r>
              <a:rPr dirty="0"/>
              <a:t>• Recommendation:</a:t>
            </a:r>
            <a:r>
              <a:rPr lang="en-US" dirty="0"/>
              <a:t> early diagnosis can prevent aggravation of symptoms (lesion sizes) Therefore, </a:t>
            </a:r>
            <a:r>
              <a:rPr dirty="0"/>
              <a:t>monitor all size categories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1. Target public health campaigns to older adults and high UV regions.</a:t>
            </a:r>
          </a:p>
          <a:p>
            <a:r>
              <a:rPr dirty="0"/>
              <a:t>2. Incorporate lifestyle factors (smoking, alcohol) into diagnostic tools.</a:t>
            </a:r>
          </a:p>
          <a:p>
            <a:r>
              <a:rPr dirty="0"/>
              <a:t>3. Train ML models using the most predictive lesion and demographic attributes.</a:t>
            </a:r>
          </a:p>
          <a:p>
            <a:r>
              <a:rPr dirty="0"/>
              <a:t>4. Educate general practitioners on identifying high-risk lesion locations.</a:t>
            </a:r>
          </a:p>
          <a:p>
            <a:r>
              <a:rPr dirty="0"/>
              <a:t>5. Monitor all lesions regardless of size.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(11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89F2D-431D-A53B-2B98-1B3C7E056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435B0-81EB-F740-91FF-5C8C03CF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81" y="2367842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33433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</TotalTime>
  <Words>525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Skin Cancer Insights Dashboard</vt:lpstr>
      <vt:lpstr>The Team</vt:lpstr>
      <vt:lpstr>Problem Statement</vt:lpstr>
      <vt:lpstr>Dashboard Overview</vt:lpstr>
      <vt:lpstr>Gender vs. Skin Cancer</vt:lpstr>
      <vt:lpstr>Lesion Region vs. Malignancy Rate</vt:lpstr>
      <vt:lpstr>Smoking and Drinking vs. Cancer Rate</vt:lpstr>
      <vt:lpstr>Lesion Type vs. Skin Cancer Cases</vt:lpstr>
      <vt:lpstr>Age Group Most Affected by Skin Cancer</vt:lpstr>
      <vt:lpstr>Lesion Size vs. Malignancy Rate</vt:lpstr>
      <vt:lpstr>Strategic Recommendations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Temitope Egbaiyelo</dc:creator>
  <cp:keywords/>
  <dc:description>generated using python-pptx</dc:description>
  <cp:lastModifiedBy>Temitope Egbaiyelo</cp:lastModifiedBy>
  <cp:revision>2</cp:revision>
  <dcterms:created xsi:type="dcterms:W3CDTF">2013-01-27T09:14:16Z</dcterms:created>
  <dcterms:modified xsi:type="dcterms:W3CDTF">2025-07-15T15:17:24Z</dcterms:modified>
  <cp:category/>
</cp:coreProperties>
</file>